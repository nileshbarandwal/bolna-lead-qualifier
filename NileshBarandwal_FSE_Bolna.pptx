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FSE ASSIGNMENT — BOLNA AI (YC F25)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Qualification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outbound sales qualification using Bolna's Voice AI platform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Nilesh Barandwal</a:t>
            </a:r>
            <a:pPr indent="0" marL="0">
              <a:buNone/>
            </a:pPr>
            <a:r>
              <a:rPr lang="en-US" sz="1300" dirty="0">
                <a:solidFill>
                  <a:srgbClr val="A0B4C8"/>
                </a:solidFill>
              </a:rPr>
              <a:t>  ·  Full Stack Engineer Role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GitHub: 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NileshBarandwal/bolna-lead-qualifier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Live: </a:t>
            </a:r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bolna-lead-qualifier.vercel.app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Lead Qualification is Broken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0604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of SDR time wasted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on low-intent leads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26060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4612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average 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time to new leads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26060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$18k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avg cost to hire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one SDR per 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Pain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Manual calling is slow — leads go cold before SDRs reach them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No structured qualification — important signals are missed or inconsistently captured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SDRs burn out on repetitive calls, reducing time for high-value activities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</a:rPr>
              <a:t>Qualification quality varies drastically from rep to rep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Automate Qualification with Bolna Voice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When a lead submits a form, our system instantly triggers an outbound call via Bolna's Voice AI agent. The AI agent — Aria — conducts a structured qualification conversation, extracts key signals, and automatically scores the lead as Hot, Warm, or Cold. No human SDR required.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508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Lead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Submits 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242316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828800"/>
            <a:ext cx="150876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39112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39112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Backend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Triggers Call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47872" y="242316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58184" y="1828800"/>
            <a:ext cx="15087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58184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Aria 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Qualifies Lead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66944" y="242316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77256" y="1828800"/>
            <a:ext cx="15087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77256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77256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Webhook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Updates 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86016" y="2423160"/>
            <a:ext cx="2103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96328" y="1828800"/>
            <a:ext cx="150876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18745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96328" y="2286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Shows Score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850392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🎯  Outcome Metric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Target: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80%+ leads auto-qualified without human involvement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Measured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% of submitted leads reaching Hot/Warm/Cold status via AI call alone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Agent Configuration — Aria, Lead Qualifier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Agent Details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Name: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Aria — Lead Qualifier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Platform: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938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platform.bolna.ai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368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Agent ID: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68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0a80254f-4780-...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7980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Language: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7980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English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2278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API Endpoint: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3227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POST api.bolna.ai/call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Webhook: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/webhook/bolna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087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Mock Mode: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MOCK_BOLNA=true/false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Aria's Qualification Script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60020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00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problem are you trying to solve?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2128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167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 you have a budget allocated for this?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282549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7797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is your expected timeline?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43814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20640" y="33924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Are you the decision-maker?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05079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40050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Have you evaluated other tools?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800600"/>
            <a:ext cx="8503920" cy="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Tech Stack &amp; System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64592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Next.js 14 · TypeScript · Tailwind CSS · shadcn/ui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0" y="11704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Lead form + real-time dashboard with auto-refresh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83080"/>
            <a:ext cx="164592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Backend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30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Node.js · Express · REST API · CORS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0" y="1947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4 endpoints: leads CRUD + Bolna webhook handler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6032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60320"/>
            <a:ext cx="164592" cy="685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907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</a:rPr>
              <a:t>SQLite · better-sqlite3 · WAL mode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0" y="27249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Leads table with call_status, qualification, transcript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37560"/>
            <a:ext cx="16459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83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Voice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85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Bolna platform · REST API · Webhooks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3502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Outbound calls via api.bolna.ai/call + transcript via webhook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14800"/>
            <a:ext cx="164592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4622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Vercel (frontend) · Render (backend)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42793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CI/CD via GitHub — auto deploys on push to main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Automated Lead Scoring Logic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51760" cy="37490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🔴  HOT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Criteria: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Budget confirmed 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Is decision-maker 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Timeline &lt; 3 months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246888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Action: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Immediate follow-up by senior sales rep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651760" cy="37490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🟡  WARM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Criteria: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Budget confirmed 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286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OR decision-maker 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697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OR timeline &lt; 6 months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24688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Action: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Nurture sequence — follow up within 48 hours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1005840"/>
            <a:ext cx="265176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005840"/>
            <a:ext cx="265176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05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🔵  COLD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1792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Criteria: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1874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No budget confirmed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2286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No clear timeline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26974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Not the decision-maker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291840"/>
            <a:ext cx="246888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Action: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Add to long-term nurture email campaign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Deployment, Repository &amp; Full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64592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🌐  Frontend (Live)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bolna-lead-qualifier.vercel.app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 submission form + qualification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3852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38528"/>
            <a:ext cx="16459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🔌  Backend API (Live)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322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bolna-lead-qualifier.onrender.com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21214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REST API — /api/leads, /webhook/bolna, /health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2549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25496"/>
            <a:ext cx="164592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💻  GitHub Repository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209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github.com/NileshBarandwal/bolna-lead-qualifier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0083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16 commits · Conventional Commits · Clean history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12464"/>
            <a:ext cx="164592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85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🤖  Bolna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platform.bolna.ai — Agent ID: 0a80254f-4780-...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895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Aria — Lead Qualifier · English · Webhook configured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Full Flow:  User fills form  →  Backend triggers Bolna call  →  Aria qualifies lead  →  Webhook scores lead  →  Dashboard shows Hot / Warm / Cold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C8"/>
                </a:solidFill>
              </a:rPr>
              <a:t>Built on Bolna's Voice AI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at Scale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B4C8"/>
                </a:solidFill>
              </a:rPr>
              <a:t>This assignment demonstrates a production-ready Voice AI system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B4C8"/>
                </a:solidFill>
              </a:rPr>
              <a:t>that solves a real enterprise problem — end to end.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3375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65A82">
              <a:alpha val="7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37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Next.js 14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33375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3337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Node.js + Express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33375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337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Bolna Voice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33375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7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337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33756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3375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Vercel + Render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8"/>
                </a:solidFill>
              </a:rPr>
              <a:t>Nilesh Barandwal  ·  nbarandwal@gmail.com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github.com/NileshBarandwal/bolna-lead-qualifier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Lead Qualification Voice Agent – Bolna FSE Assignment</dc:title>
  <dc:subject>PptxGenJS Presentation</dc:subject>
  <dc:creator>Nilesh Barandwal</dc:creator>
  <cp:lastModifiedBy>Nilesh Barandwal</cp:lastModifiedBy>
  <cp:revision>1</cp:revision>
  <dcterms:created xsi:type="dcterms:W3CDTF">2026-03-19T05:53:32Z</dcterms:created>
  <dcterms:modified xsi:type="dcterms:W3CDTF">2026-03-19T05:53:32Z</dcterms:modified>
</cp:coreProperties>
</file>